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30-second pitch. Say the words 'evidence preservation' early — it is the design principle that ties the whole project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to 30 seconds. The third card is the one that motivates the whole design.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you only get one sentence across in the whole review, make it the design principle at the bottom.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the review is marked on. Say: I scoped it to one student, one device, one lecture at a time — that let me go deep on evidence handling and cost control instead of shallow on collaboration.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why not call the AI directly from the app: the key would be extractable, and all the prompt and schema logic would have to be ported into Kotlin.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answer to 'is it just a wrapper'. The filter is entirely mine, runs on-device, and is the single biggest reason running cost is small. Note-worthy: exposure compensation is unit-tested — a global brightness change must be rejected.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Optimistic concurrency on the delta: Room commits only if the revision still matches, rejects blank erasure, and treats an identical replay as idempotent.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they ask about model choice: models are picked per role by measurement against my own contracts, and are swappable by configuration. Tell the timeout story from slide 12 if it comes up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They will ask this. Never say 'it learns the teacher's voice'. True identity needs voice embeddings, enrolment and consent — that is named as future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for an accuracy figure: I have not published one because I do not yet have a fixed labelled corpus and a scorer. Quoting a number off a few runs would be misleading. That is the next phase.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this out loud rather than hiding it. A working test-and-fix loop is worth more at review 1 than a demo that happens to go well. The timeout one shows you treat latency as a correctness property.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measured evaluation. Admitting that accuracy is unmeasured, and having a concrete plan, is the strongest possible answer at a scope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118 tests = 88 Android + 30 backend. If they ask the hardest part: the failure paths, not the happy path — making sure a network failure or a malformed model response never loses captured speech.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0" y="-1371600"/>
            <a:ext cx="4754880" cy="4754880"/>
          </a:xfrm>
          <a:prstGeom prst="ellipse">
            <a:avLst/>
          </a:prstGeom>
          <a:solidFill>
            <a:srgbClr val="2E3F86"/>
          </a:solidFill>
          <a:ln/>
        </p:spPr>
      </p:sp>
      <p:sp>
        <p:nvSpPr>
          <p:cNvPr id="3" name="Shape 1"/>
          <p:cNvSpPr/>
          <p:nvPr/>
        </p:nvSpPr>
        <p:spPr>
          <a:xfrm>
            <a:off x="10881360" y="4206240"/>
            <a:ext cx="2377440" cy="2377440"/>
          </a:xfrm>
          <a:prstGeom prst="ellipse">
            <a:avLst/>
          </a:prstGeom>
          <a:solidFill>
            <a:srgbClr val="2E3F86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8745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VoxBox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566928" y="28803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a live lecture into a structured note — without losing what was actually said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66928" y="397764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1  ·  Project scope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4370832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· Kotlin · Jetpack Compose · Room · CameraX · Node proxy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55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student actually loses during a lecture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645920"/>
            <a:ext cx="676656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9536" y="2075688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859536" y="20756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481328" y="1956816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means not listening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481328" y="2340864"/>
            <a:ext cx="5669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Note-taking competes with understanding. You get one or the other.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3127248"/>
            <a:ext cx="676656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9536" y="3557016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859536" y="35570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81328" y="3438144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board holds the hard parts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481328" y="3822192"/>
            <a:ext cx="5669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Formulas and diagrams live on the board — audio-only tools miss all of it.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4608576"/>
            <a:ext cx="676656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59536" y="5038344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859536" y="50383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481328" y="4919472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Recordings are not notes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481328" y="5303520"/>
            <a:ext cx="5669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50-minute audio file is not revisable. Nobody re-listens before an exam.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726680" y="1645920"/>
            <a:ext cx="3886200" cy="4261104"/>
          </a:xfrm>
          <a:prstGeom prst="roundRect">
            <a:avLst>
              <a:gd name="adj" fmla="val 2118"/>
            </a:avLst>
          </a:prstGeom>
          <a:solidFill>
            <a:srgbClr val="1E2761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46720" y="228600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the note has to be</a:t>
            </a:r>
            <a:endParaRPr lang="en-US" sz="2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while the lecture</a:t>
            </a:r>
            <a:endParaRPr lang="en-US" sz="2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still happening.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8046720" y="4343400"/>
            <a:ext cx="32918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…and it has to keep the raw evidence, so a wrong summary can never quietly replace what was taught.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VoxBox does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55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foreground session becomes one living Markdown note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645920"/>
            <a:ext cx="3493008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901952"/>
            <a:ext cx="365760" cy="36576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01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344168" y="194767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15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2432304"/>
            <a:ext cx="29992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audio in 20-second chunks, transcribed with per-chunk speaker labels.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97680" y="1645920"/>
            <a:ext cx="3493008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53712" y="1901952"/>
            <a:ext cx="365760" cy="36576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4553712" y="1901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74920" y="194767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15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53712" y="2432304"/>
            <a:ext cx="29992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samples the board. Unchanged frames are discarded on the phone — before any AI call.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28432" y="1645920"/>
            <a:ext cx="3493008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84464" y="1901952"/>
            <a:ext cx="365760" cy="36576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8284464" y="1901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805672" y="194767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15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284464" y="2432304"/>
            <a:ext cx="29992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note grows during the lecture. Disagreements become review flags, never silent edits.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" y="3886200"/>
            <a:ext cx="11055096" cy="1828800"/>
          </a:xfrm>
          <a:prstGeom prst="roundRect">
            <a:avLst>
              <a:gd name="adj" fmla="val 4500"/>
            </a:avLst>
          </a:prstGeom>
          <a:solidFill>
            <a:srgbClr val="1E2761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0976" y="4160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principle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50976" y="4553712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raw transcript and board text are always kept. Any AI suggestion sits beside the evidence as a flag to accept — it never overwrites it.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55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in, and — just as deliberately — what is not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600200"/>
            <a:ext cx="5440680" cy="452628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7830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" kern="0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SCOPE — built and working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41248" y="22128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70432" y="2212848"/>
            <a:ext cx="4617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voice capture, 20 s chunks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41248" y="2633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2633472"/>
            <a:ext cx="4617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board capture, 2–30 s interval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41248" y="30540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54096"/>
            <a:ext cx="4617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frame filtering before any API call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41248" y="3474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3474720"/>
            <a:ext cx="4617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Diarized transcript, per-chunk speaker labels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41248" y="38953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70432" y="3895344"/>
            <a:ext cx="4617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Markdown note during the lecture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41248" y="43159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4315968"/>
            <a:ext cx="4617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text, equations, concepts, diagram crops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41248" y="47365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70432" y="4736592"/>
            <a:ext cx="4617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 control: short / balanced / elaborate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41248" y="51572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70432" y="5157216"/>
            <a:ext cx="4617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End-of-session formula and concept check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841248" y="5577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170432" y="5577840"/>
            <a:ext cx="4617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storage, folders, syllabus, Obsidian export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355080" y="1600200"/>
            <a:ext cx="5266944" cy="452628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29400" y="17830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" kern="0" dirty="0">
                <a:solidFill>
                  <a:srgbClr val="9E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SCOPE — and why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629400" y="2249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958584" y="223113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/ screen-off recording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958584" y="24871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and privacy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629400" y="29077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958584" y="288950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Identifying who the teacher is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958584" y="314553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voice enrolment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629400" y="3566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958584" y="354787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word-by-word captions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6958584" y="38039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latency problem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629400" y="4224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6958584" y="42062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Accounts, cloud sync, sharing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6958584" y="4462272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local-first by design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629400" y="48828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6958584" y="486460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Arbitrary handwriting recognition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6958584" y="512064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by the model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629400" y="55412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6958584" y="552297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/ DOCX syllabus import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6958584" y="577900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 and text for now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fits together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55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does the filtering and the storage; the server holds the key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3749040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7452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DEVICE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2267712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AudioRecord — 16 kHz mono, 20 s WAV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2843784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CameraX — frame every 2–30 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3419856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change filter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3995928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v2 — notes, transcript, evidence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828032" y="1691640"/>
            <a:ext cx="3200400" cy="3200400"/>
          </a:xfrm>
          <a:prstGeom prst="roundRect">
            <a:avLst>
              <a:gd name="adj" fmla="val 2571"/>
            </a:avLst>
          </a:prstGeom>
          <a:solidFill>
            <a:srgbClr val="1E2761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84064" y="187452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HTTPS PROXY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84064" y="2267712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the API key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84064" y="284378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Token-authenticated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84064" y="3419856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 + daily spend cap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084064" y="399592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Forwards in memory, no disk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284464" y="1691640"/>
            <a:ext cx="3337560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40496" y="187452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MODELS (SWAPPABLE)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540496" y="226771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Transcription + speaker split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540496" y="284378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reading + diagram regions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540496" y="341985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writing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540496" y="399592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End-of-session checking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70832" y="3063240"/>
            <a:ext cx="384048" cy="274320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23" name="Shape 21"/>
          <p:cNvSpPr/>
          <p:nvPr/>
        </p:nvSpPr>
        <p:spPr>
          <a:xfrm>
            <a:off x="8083296" y="3063240"/>
            <a:ext cx="384048" cy="274320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24" name="Shape 22"/>
          <p:cNvSpPr/>
          <p:nvPr/>
        </p:nvSpPr>
        <p:spPr>
          <a:xfrm>
            <a:off x="566928" y="5120640"/>
            <a:ext cx="11055096" cy="914400"/>
          </a:xfrm>
          <a:prstGeom prst="roundRect">
            <a:avLst>
              <a:gd name="adj" fmla="val 9000"/>
            </a:avLst>
          </a:prstGeom>
          <a:solidFill>
            <a:srgbClr val="E8F0FE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86968" y="532180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proxy?  An APK is a zip file — anything compiled into it can be extracted. The key never ships in the app.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core algorithm I wrote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55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frame filtering — runs before any network call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15568" y="172821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Downsample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852928" y="1728216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frame to a 32×32 luminance grid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66928" y="280720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2807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115568" y="2752344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Compensate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852928" y="2752344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Subtract global brightness shift, so lighting changes are not 'new board'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383133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3831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15568" y="377647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852928" y="3776472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Centred pixel difference + fraction of pixels changed, against the last committed state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4855464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4855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15568" y="4800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852928" y="480060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threshold → send. Below → delete on the phone, no API call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7772400" y="1783080"/>
            <a:ext cx="3840480" cy="2240280"/>
          </a:xfrm>
          <a:prstGeom prst="roundRect">
            <a:avLst>
              <a:gd name="adj" fmla="val 3673"/>
            </a:avLst>
          </a:prstGeom>
          <a:solidFill>
            <a:srgbClr val="1E2761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0" y="1938528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6E7B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~450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8046720" y="2578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frames in a 1-hour lecture at 8 s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046720" y="292608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~40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8046720" y="352958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 board states actually sent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772400" y="4224528"/>
            <a:ext cx="3840480" cy="1691640"/>
          </a:xfrm>
          <a:prstGeom prst="roundRect">
            <a:avLst>
              <a:gd name="adj" fmla="val 4865"/>
            </a:avLst>
          </a:prstGeom>
          <a:solidFill>
            <a:srgbClr val="E8F0FE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6720" y="43891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Two-phase commit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046720" y="4700016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 baseline is adopted only after the note and crops are saved. If extraction fails, the same board change is detected again instead of being lost.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logic that is mine, not the model's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55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the AI provider — which I have already done once — and all of this stays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5431536" cy="1572768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947672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841248" y="19476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298448" y="1956816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Per-chunk speaker focus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41248" y="2423160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Dominant label by voiced duration, only if it holds ≥58% with a ≥15-point margin. Otherwise it reports ambiguous rather than guessing.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90488" y="1691640"/>
            <a:ext cx="5431536" cy="1572768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64808" y="1947672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464808" y="19476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922008" y="1956816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delta protocol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464808" y="2423160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Sends bounded context + a SHA-256 of the note; the model returns only new text. Cost stays flat instead of growing with note length.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3584448"/>
            <a:ext cx="5431536" cy="1572768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1248" y="3840480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841248" y="3840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98448" y="3849624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queues, two policies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41248" y="4315968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Audio: unbounded and ordered — speech is irreplaceable. Frames: one slot, drop-oldest — the board has already moved on.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90488" y="3584448"/>
            <a:ext cx="5431536" cy="1572768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64808" y="3840480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/>
          <p:nvPr/>
        </p:nvSpPr>
        <p:spPr>
          <a:xfrm>
            <a:off x="6464808" y="3840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922008" y="3849624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Syllabus relevance ranking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6464808" y="4315968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syllabus chunks against current evidence and forwards only the top excerpts. Marked context, never proof.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5486400"/>
            <a:ext cx="11055096" cy="777240"/>
          </a:xfrm>
          <a:prstGeom prst="roundRect">
            <a:avLst>
              <a:gd name="adj" fmla="val 8235"/>
            </a:avLst>
          </a:prstGeom>
          <a:solidFill>
            <a:srgbClr val="E8EEFA"/>
          </a:solidFill>
          <a:ln/>
        </p:spPr>
      </p:sp>
      <p:sp>
        <p:nvSpPr>
          <p:cNvPr id="25" name="Text 23"/>
          <p:cNvSpPr/>
          <p:nvPr/>
        </p:nvSpPr>
        <p:spPr>
          <a:xfrm>
            <a:off x="886968" y="548640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four, plus the frame filter, are the project's own logic.  </a:t>
            </a:r>
            <a:pPr indent="0" marL="0">
              <a:buNone/>
            </a:pPr>
            <a:r>
              <a:rPr lang="en-US" sz="130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models sit behind them as replaceable components.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and not the obvious alternatives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55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rejection was a design decision, not an omission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609344"/>
            <a:ext cx="11055096" cy="612648"/>
          </a:xfrm>
          <a:prstGeom prst="roundRect">
            <a:avLst>
              <a:gd name="adj" fmla="val 7463"/>
            </a:avLst>
          </a:prstGeom>
          <a:solidFill>
            <a:srgbClr val="FFFFFF"/>
          </a:solidFill>
          <a:ln w="12700">
            <a:solidFill>
              <a:srgbClr val="EDF1F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17099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E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97280" y="171907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Record, transcribe afterwards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47488" y="1719072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only — misses the board entirely, and gives no structure during the lecture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68096" y="23591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E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97280" y="236829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every camera frame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047488" y="2368296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~450 calls/hour instead of ~40 — roughly 10× cost for no extra information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" y="2907792"/>
            <a:ext cx="11055096" cy="612648"/>
          </a:xfrm>
          <a:prstGeom prst="roundRect">
            <a:avLst>
              <a:gd name="adj" fmla="val 7463"/>
            </a:avLst>
          </a:prstGeom>
          <a:solidFill>
            <a:srgbClr val="FFFFFF"/>
          </a:solidFill>
          <a:ln w="12700">
            <a:solidFill>
              <a:srgbClr val="EDF1F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30083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E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97280" y="301752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OCR only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047488" y="301752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on handwriting, no concept structure, no diagram regions — kept as offline fallback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68096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E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97280" y="366674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Transcription without speaker labels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047488" y="3666744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Speaker focus becomes impossible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4206240"/>
            <a:ext cx="11055096" cy="612648"/>
          </a:xfrm>
          <a:prstGeom prst="roundRect">
            <a:avLst>
              <a:gd name="adj" fmla="val 7463"/>
            </a:avLst>
          </a:prstGeom>
          <a:solidFill>
            <a:srgbClr val="FFFFFF"/>
          </a:solidFill>
          <a:ln w="12700">
            <a:solidFill>
              <a:srgbClr val="EDF1F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8096" y="43068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E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97280" y="431596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 inside the app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047488" y="4315968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Extractable from the APK in minutes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68096" y="4956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E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97280" y="496519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Resend the whole note each update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047488" y="4965192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grows with note length — a long lecture gets slow and expensive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66928" y="5504688"/>
            <a:ext cx="11055096" cy="612648"/>
          </a:xfrm>
          <a:prstGeom prst="roundRect">
            <a:avLst>
              <a:gd name="adj" fmla="val 7463"/>
            </a:avLst>
          </a:prstGeom>
          <a:solidFill>
            <a:srgbClr val="FFFFFF"/>
          </a:solidFill>
          <a:ln w="12700">
            <a:solidFill>
              <a:srgbClr val="EDF1F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8096" y="56052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E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097280" y="561441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the AI correct the teacher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5047488" y="5614416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Destroys evidence — if the AI is wrong, the student never finds out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it focus on the key speaker?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55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boundary — and it is a deliberate one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5440680" cy="260604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828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841248" y="22128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33856" y="2212848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the dominant speaker inside each 20 s chunk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26151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33856" y="2615184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Prioritises that speaker in Runnable notes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41248" y="3017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33856" y="301752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Says AMBIGUOUS when no one clears the threshold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41248" y="34198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33856" y="3419856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Lets the student override for that chunk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355080" y="1691640"/>
            <a:ext cx="5266944" cy="260604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29400" y="18288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9E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 NOT DO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629400" y="22128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E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922008" y="221284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who the teacher is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629400" y="26151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E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922008" y="26151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a speaker identity across chunks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629400" y="3017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E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922008" y="30175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any voiceprint or biometric data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629400" y="3639312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 come back per request. “A” in chunk 5 is not guaranteed to be “A” in chunk 6 — so no persistent identity is claimed.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" y="4526280"/>
            <a:ext cx="11055096" cy="1554480"/>
          </a:xfrm>
          <a:prstGeom prst="roundRect">
            <a:avLst>
              <a:gd name="adj" fmla="val 5294"/>
            </a:avLst>
          </a:prstGeom>
          <a:solidFill>
            <a:srgbClr val="1E2761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32688" y="470001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noise?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32688" y="502920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layers — hardware noise suppression and auto-gain; a model that returns nothing for silence rather than inventing text; and content rules that de-prioritise audience chatter while keeping questions that clarify the lesson.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actually proven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55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 by evidence level — no accuracy percentage is claimed yet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719072"/>
            <a:ext cx="11055096" cy="749808"/>
          </a:xfrm>
          <a:prstGeom prst="roundRect">
            <a:avLst>
              <a:gd name="adj" fmla="val 10976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938528"/>
            <a:ext cx="256032" cy="256032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6" name="Text 4"/>
          <p:cNvSpPr/>
          <p:nvPr/>
        </p:nvSpPr>
        <p:spPr>
          <a:xfrm>
            <a:off x="1225296" y="181051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950208" y="182880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 Android tests across 28 suites · 30 backend tests · 0 lint errors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985248" y="1920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80" kern="0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PASSING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2578608"/>
            <a:ext cx="11055096" cy="749808"/>
          </a:xfrm>
          <a:prstGeom prst="roundRect">
            <a:avLst>
              <a:gd name="adj" fmla="val 10976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798064"/>
            <a:ext cx="256032" cy="256032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11" name="Text 9"/>
          <p:cNvSpPr/>
          <p:nvPr/>
        </p:nvSpPr>
        <p:spPr>
          <a:xfrm>
            <a:off x="1225296" y="267004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Device-verified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3950208" y="2688336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session 11.1 s and camera+audio 32.3 s on Android 16, repeatable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9985248" y="27797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80" kern="0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PASSING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3438144"/>
            <a:ext cx="11055096" cy="749808"/>
          </a:xfrm>
          <a:prstGeom prst="roundRect">
            <a:avLst>
              <a:gd name="adj" fmla="val 10976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3657600"/>
            <a:ext cx="256032" cy="256032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16" name="Text 14"/>
          <p:cNvSpPr/>
          <p:nvPr/>
        </p:nvSpPr>
        <p:spPr>
          <a:xfrm>
            <a:off x="1225296" y="352958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AI verified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950208" y="3547872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endpoints against real models; two speakers split correctly, equation read exactly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9985248" y="36393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80" kern="0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PASSING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66928" y="4297680"/>
            <a:ext cx="11055096" cy="749808"/>
          </a:xfrm>
          <a:prstGeom prst="roundRect">
            <a:avLst>
              <a:gd name="adj" fmla="val 10976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4517136"/>
            <a:ext cx="256032" cy="25603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1" name="Text 19"/>
          <p:cNvSpPr/>
          <p:nvPr/>
        </p:nvSpPr>
        <p:spPr>
          <a:xfrm>
            <a:off x="1225296" y="43891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Real-lecture trial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3950208" y="4407408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algebra segment, 3 board states — produced a full note and exposed 4 defects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9985248" y="44988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8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RUN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5157216"/>
            <a:ext cx="11055096" cy="749808"/>
          </a:xfrm>
          <a:prstGeom prst="roundRect">
            <a:avLst>
              <a:gd name="adj" fmla="val 10976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2960" y="5376672"/>
            <a:ext cx="256032" cy="256032"/>
          </a:xfrm>
          <a:prstGeom prst="ellipse">
            <a:avLst/>
          </a:prstGeom>
          <a:solidFill>
            <a:srgbClr val="5B6180"/>
          </a:solidFill>
          <a:ln/>
        </p:spPr>
      </p:sp>
      <p:sp>
        <p:nvSpPr>
          <p:cNvPr id="26" name="Text 24"/>
          <p:cNvSpPr/>
          <p:nvPr/>
        </p:nvSpPr>
        <p:spPr>
          <a:xfrm>
            <a:off x="1225296" y="524865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measurement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3950208" y="5266944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error rate, diarization, OCR, crop IoU on a labelled corpus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9985248" y="53583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80" kern="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66928" y="6144768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cost:  ~$0.18 per lecture-hour, with a hard daily cap in the backend.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tested it on a real lecture — it broke in four places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55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2.5-minute algebra segment, three board states. Every defect is fixed.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719072"/>
            <a:ext cx="5431536" cy="2066544"/>
          </a:xfrm>
          <a:prstGeom prst="roundRect">
            <a:avLst>
              <a:gd name="adj" fmla="val 3982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938528"/>
            <a:ext cx="4892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E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generation timed out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41248" y="2322576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 chose handled a small request in 0.7 s but timed out at 90 s on a real, grown note.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41248" y="310896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Measured properly at scale; switched to one ~60× faster on the same task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190488" y="1719072"/>
            <a:ext cx="5431536" cy="2066544"/>
          </a:xfrm>
          <a:prstGeom prst="roundRect">
            <a:avLst>
              <a:gd name="adj" fmla="val 3982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64808" y="1938528"/>
            <a:ext cx="4892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E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Formulas rendered as raw text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64808" y="2322576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mixed LaTeX delimiter styles the reader does not support.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464808" y="310896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Server normalises delimiters to the forms Obsidian actually renders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986784"/>
            <a:ext cx="5431536" cy="2066544"/>
          </a:xfrm>
          <a:prstGeom prst="roundRect">
            <a:avLst>
              <a:gd name="adj" fmla="val 3982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" y="4206240"/>
            <a:ext cx="4892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E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too much content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41248" y="4590288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concept produced pages of expansion.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41248" y="5376672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Added short / balanced / elaborate, plus a custom instruction box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90488" y="3986784"/>
            <a:ext cx="5431536" cy="2066544"/>
          </a:xfrm>
          <a:prstGeom prst="roundRect">
            <a:avLst>
              <a:gd name="adj" fmla="val 3982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64808" y="4206240"/>
            <a:ext cx="4892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E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invented example appeared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64808" y="4590288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worked example was in neither the board nor the transcript.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464808" y="5376672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Prompt now forbids examples not present in the evidence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comes next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55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— the first one is the honest priority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11055096" cy="1243584"/>
          </a:xfrm>
          <a:prstGeom prst="roundRect">
            <a:avLst>
              <a:gd name="adj" fmla="val 6618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9536" y="2084832"/>
            <a:ext cx="438912" cy="43891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6" name="Text 4"/>
          <p:cNvSpPr/>
          <p:nvPr/>
        </p:nvSpPr>
        <p:spPr>
          <a:xfrm>
            <a:off x="859536" y="20848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527048" y="192024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evaluation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527048" y="2286000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fixed corpora — noisy classroom audio, board images, labelled notes — and a scorer. Then publish word error rate, diarization error, OCR accuracy and crop IoU.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3154680"/>
            <a:ext cx="11055096" cy="1243584"/>
          </a:xfrm>
          <a:prstGeom prst="roundRect">
            <a:avLst>
              <a:gd name="adj" fmla="val 6618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9536" y="3502152"/>
            <a:ext cx="438912" cy="43891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859536" y="350215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527048" y="333756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Consent-aware speaker identity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527048" y="3703320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embeddings with an enrolment step and cross-chunk clustering, so the teacher can be tracked across a whole lecture rather than per chunk.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4572000"/>
            <a:ext cx="11055096" cy="1243584"/>
          </a:xfrm>
          <a:prstGeom prst="roundRect">
            <a:avLst>
              <a:gd name="adj" fmla="val 6618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59536" y="4919472"/>
            <a:ext cx="438912" cy="43891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859536" y="49194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527048" y="475488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Full-note consolidation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27048" y="5120640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 today are append-only. A deliberate end-of-lecture pass would reorganise and de-duplicate the whole note.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66928" y="6108192"/>
            <a:ext cx="11055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queued:  nested folder browsing · PDF and DOCX syllabus import · whole-vault export · battery and long-session profiling · per-user sign-in so backend access is revocable per device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4023360"/>
            <a:ext cx="4023360" cy="4023360"/>
          </a:xfrm>
          <a:prstGeom prst="ellipse">
            <a:avLst/>
          </a:prstGeom>
          <a:solidFill>
            <a:srgbClr val="2E3F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3716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one sentence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17830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lecture becomes a structured note as it happens — and the evidence behind every line survives.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66928" y="379476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438912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chunk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355848" y="379476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32×32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355848" y="438912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grid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144768" y="379476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~$0.18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6144768" y="438912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lecture-hour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933688" y="379476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118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8933688" y="438912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passing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" y="5394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 ·  Questions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VoxBox — Review 1: Scope</dc:title>
  <dc:subject>PptxGenJS Presentation</dc:subject>
  <dc:creator>Tejas</dc:creator>
  <cp:lastModifiedBy>Tejas</cp:lastModifiedBy>
  <cp:revision>1</cp:revision>
  <dcterms:created xsi:type="dcterms:W3CDTF">2026-08-04T17:37:54Z</dcterms:created>
  <dcterms:modified xsi:type="dcterms:W3CDTF">2026-08-04T17:37:54Z</dcterms:modified>
</cp:coreProperties>
</file>