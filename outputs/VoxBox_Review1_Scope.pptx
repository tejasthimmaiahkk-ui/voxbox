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4783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30-second pitch. Say the words 'evidence preservation' early — it is the design principle that ties the whole project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30 seconds. The third card is the one that motivates the whole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only get one sentence across in the whole review, make it the design principle at the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review is marked on. Say: I scoped it to one student, one device, one lecture at a time — that let me go deep on evidence handling and cost control instead of shallow on collaboration.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this left to right, audio lane first, then the vision lane, then the merge. The two things to point at: the change filter, because it is where the cost saving comes from, and the note builder, because append-only is what keeps the evidence intact.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not call the AI directly from the app: the key would be extractable, and all the prompt and schema logic would have to be ported into Kotlin.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'is it just a wrapper'. The filter is entirely mine, runs on-device, and is the single biggest reason running cost is small. Note-worthy: exposure compensation is unit-tested — a global brightness change must be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Optimistic concurrency on the delta: Room commits only if the revision still matches, rejects blank erasure, and treats an identical replay as idempotent.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ask about model choice: models are picked per role by measurement against my own contracts, and are swappable by configuration. Tell the timeout story from the real-lecture slide if it comes up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will ask this. Never say 'it learns the teacher's voice'. True identity needs voice embeddings, enrolment and consent — that is named as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for an accuracy figure: I have not published one because I do not yet have a fixed labelled corpus and a scorer. Quoting a number off a few runs would be misleading. That is the next phase.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out loud rather than hiding it. A working test-and-fix loop is worth more at review 1 than a demo that happens to go well. The timeout one shows you treat latency as a correctness property.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measured evaluation. Admitting that accuracy is unmeasured, and having a concrete plan, is the strongest possible answer at a scope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118 tests = 88 Android + 30 backend. If they ask the hardest part: the failure paths, not the happy path — making sure a network failure or a malformed model response never loses captured speech.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371600"/>
            <a:ext cx="4754880" cy="4754880"/>
          </a:xfrm>
          <a:prstGeom prst="ellipse">
            <a:avLst/>
          </a:prstGeom>
          <a:solidFill>
            <a:srgbClr val="2E3F86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206240"/>
            <a:ext cx="2377440" cy="2377440"/>
          </a:xfrm>
          <a:prstGeom prst="ellipse">
            <a:avLst/>
          </a:prstGeom>
          <a:solidFill>
            <a:srgbClr val="2E3F86">
              <a:alpha val="6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8745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VoxBox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66928" y="28803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 live lecture into a structured note — without losing what was actually said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66928" y="39776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 ·  Project scope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437083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Kotlin · Jetpack Compose · Room · CameraX · Node proxy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554480"/>
            <a:ext cx="3566160" cy="356616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5029200"/>
            <a:ext cx="2834640" cy="283464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student actually loses during a lecture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676656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" y="207568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59536" y="2075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81328" y="195681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means not listening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81328" y="2340864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Note-taking competes with understanding. You get one or the other.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127248"/>
            <a:ext cx="676656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3557016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859536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81328" y="343814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holds the hard parts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81328" y="3822192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and diagrams live on the board — audio-only tools miss all of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608576"/>
            <a:ext cx="676656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5038344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" y="5038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81328" y="49194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 are not notes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81328" y="5303520"/>
            <a:ext cx="566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50-minute audio file is not revisable. Nobody re-listens before an exam.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26680" y="1645920"/>
            <a:ext cx="3886200" cy="4261104"/>
          </a:xfrm>
          <a:prstGeom prst="roundRect">
            <a:avLst>
              <a:gd name="adj" fmla="val 2118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0" y="22860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the note has to be</a:t>
            </a:r>
            <a:endParaRPr lang="en-US" sz="2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while the lecture</a:t>
            </a:r>
            <a:endParaRPr lang="en-US" sz="2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still happening.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8046720" y="4343400"/>
            <a:ext cx="3291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it has to keep the raw evidence, so a wrong summary can never quietly replace what was taught.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280160"/>
            <a:ext cx="3108960" cy="310896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754880"/>
            <a:ext cx="3291840" cy="329184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VoxBox does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foreground session becomes one living Markdown note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493008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01952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44168" y="194767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432304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audio in 20-second chunks, transcribed with per-chunk speaker labels.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1645920"/>
            <a:ext cx="3493008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3712" y="1901952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194767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53712" y="2432304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samples the board. Unchanged frames are discarded on the phone — before any AI call.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28432" y="1645920"/>
            <a:ext cx="3493008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1901952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8284464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805672" y="194767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84464" y="2432304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 grows during the lecture. Disagreements become review flags, never silent edits.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3886200"/>
            <a:ext cx="11055096" cy="1828800"/>
          </a:xfrm>
          <a:prstGeom prst="roundRect">
            <a:avLst>
              <a:gd name="adj" fmla="val 4500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976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50976" y="455371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raw transcript and board text are always kept. Any AI suggestion sits beside the evidence as a flag to accept — it never overwrites it.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2194560"/>
            <a:ext cx="2926080" cy="292608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097280"/>
            <a:ext cx="2743200" cy="274320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project delivers, and what it deliberately excludes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600200"/>
            <a:ext cx="5440680" cy="45262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783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80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 — built and working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2212848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voice capture, 20 s chunks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41248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633472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board capture, 2–30 s interval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054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054096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frame filtering before any API call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3474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474720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Diarized transcript, per-chunk speaker labels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38953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389534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Markdown note during the lecture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1248" y="4315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4315968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text, equations, concepts, diagram crops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41248" y="4736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4736592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control: short / balanced / elaborate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41248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5157216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End-of-session formula and concept check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41248" y="5577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5577840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storage, folders, syllabus, Obsidian export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55080" y="1600200"/>
            <a:ext cx="5266944" cy="45262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29400" y="1783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80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— and why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2940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58584" y="22311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/ screen-off recording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958584" y="24871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and privacy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29400" y="29077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58584" y="288950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who the teacher is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58584" y="314553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voice enrolment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2940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958584" y="35478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word-by-word captions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958584" y="38039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latency problem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629400" y="4224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958584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cloud sync, sharing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958584" y="44622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by design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29400" y="4882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958584" y="48646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Arbitrary handwriting recognition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958584" y="512064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by the model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629400" y="5541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958584" y="55229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syllabus import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958584" y="57790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and text for now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554480"/>
            <a:ext cx="3566160" cy="356616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5029200"/>
            <a:ext cx="2834640" cy="283464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works, end to end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capture lanes, filtered on the device, merged into one append-only note — navy blocks are this project's own code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1481328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47288" y="1481328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DEVICE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27648" y="1481328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THE PROXY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208008" y="1481328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1828800"/>
            <a:ext cx="239572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02996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86384" y="2414016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kHz mono, captured in continuous 20-second chunks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47288" y="1828800"/>
            <a:ext cx="2395728" cy="1481328"/>
          </a:xfrm>
          <a:prstGeom prst="roundRect">
            <a:avLst>
              <a:gd name="adj" fmla="val 5556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66744" y="202996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queue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666744" y="2414016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and strictly ordered. Nothing is dropped — captured speech cannot be recovered later.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27648" y="1828800"/>
            <a:ext cx="239572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47104" y="202996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47104" y="2414016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plus a per-chunk dominant speaker, or AMBIGUOUS when the threshold is not met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3474720"/>
            <a:ext cx="239572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367588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86384" y="4059936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board frame every 2–30 seconds, interval set by the student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447288" y="3474720"/>
            <a:ext cx="2395728" cy="1481328"/>
          </a:xfrm>
          <a:prstGeom prst="roundRect">
            <a:avLst>
              <a:gd name="adj" fmla="val 5556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66744" y="367588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filter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666744" y="4059936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32×32 luminance compare. ~450 frames an hour become ~40; the rest are deleted on the phone.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27648" y="3474720"/>
            <a:ext cx="2395728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47104" y="367588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extraction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47104" y="4059936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text, equations, concepts and diagram regions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208008" y="1828800"/>
            <a:ext cx="2395728" cy="3127248"/>
          </a:xfrm>
          <a:prstGeom prst="roundRect">
            <a:avLst>
              <a:gd name="adj" fmla="val 3435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27464" y="202996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builder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427464" y="2432304"/>
            <a:ext cx="146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628632" y="2432304"/>
            <a:ext cx="1773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bounded context and a SHA-256 of the note as it stands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427464" y="3090672"/>
            <a:ext cx="146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628632" y="3090672"/>
            <a:ext cx="1773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returns only new text, never a rewrite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427464" y="3749040"/>
            <a:ext cx="146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628632" y="3749040"/>
            <a:ext cx="17739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only if the revision still matches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427464" y="4498848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Markdown note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63240" y="2432304"/>
            <a:ext cx="283464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38" name="Shape 36"/>
          <p:cNvSpPr/>
          <p:nvPr/>
        </p:nvSpPr>
        <p:spPr>
          <a:xfrm>
            <a:off x="5943600" y="2432304"/>
            <a:ext cx="283464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39" name="Shape 37"/>
          <p:cNvSpPr/>
          <p:nvPr/>
        </p:nvSpPr>
        <p:spPr>
          <a:xfrm>
            <a:off x="8823960" y="2432304"/>
            <a:ext cx="283464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40" name="Shape 38"/>
          <p:cNvSpPr/>
          <p:nvPr/>
        </p:nvSpPr>
        <p:spPr>
          <a:xfrm>
            <a:off x="3063240" y="4078224"/>
            <a:ext cx="283464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41" name="Shape 39"/>
          <p:cNvSpPr/>
          <p:nvPr/>
        </p:nvSpPr>
        <p:spPr>
          <a:xfrm>
            <a:off x="5943600" y="4078224"/>
            <a:ext cx="283464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42" name="Shape 40"/>
          <p:cNvSpPr/>
          <p:nvPr/>
        </p:nvSpPr>
        <p:spPr>
          <a:xfrm>
            <a:off x="8823960" y="4078224"/>
            <a:ext cx="283464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43" name="Shape 41"/>
          <p:cNvSpPr/>
          <p:nvPr/>
        </p:nvSpPr>
        <p:spPr>
          <a:xfrm>
            <a:off x="566928" y="5248656"/>
            <a:ext cx="5623560" cy="1051560"/>
          </a:xfrm>
          <a:prstGeom prst="roundRect">
            <a:avLst>
              <a:gd name="adj" fmla="val 7826"/>
            </a:avLst>
          </a:prstGeom>
          <a:solidFill>
            <a:srgbClr val="E8F0FE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1248" y="54132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EVIDENCE STORE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41248" y="568756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Transcript, board text and diagram crops are written to the local database exactly as captured. No model output overwrites them.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345936" y="5248656"/>
            <a:ext cx="5276088" cy="1051560"/>
          </a:xfrm>
          <a:prstGeom prst="roundRect">
            <a:avLst>
              <a:gd name="adj" fmla="val 7826"/>
            </a:avLst>
          </a:prstGeom>
          <a:solidFill>
            <a:srgbClr val="E8F0FE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20256" y="541324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END-OF-SESSION CHECK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620256" y="5687568"/>
            <a:ext cx="4727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model re-reads the finished note against the evidence and returns concept and formula findings, appended as review flags.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280160"/>
            <a:ext cx="3108960" cy="310896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754880"/>
            <a:ext cx="3291840" cy="329184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and storage stay on the device; credentials and policy stay on the server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374904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745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DEVICE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26771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AudioRecord — 16 kHz mono, 20 s WAV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84378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CameraX — frame every 2–30 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41985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change filter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399592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v2 — notes, transcript, evidence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28032" y="1691640"/>
            <a:ext cx="3200400" cy="3200400"/>
          </a:xfrm>
          <a:prstGeom prst="roundRect">
            <a:avLst>
              <a:gd name="adj" fmla="val 2571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4064" y="18745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PROXY SERVICE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84064" y="22677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API key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84064" y="284378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Token-authenticated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84064" y="341985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limited, with a daily spend cap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84064" y="399592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Forwards in memory; nothing written to disk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84464" y="1691640"/>
            <a:ext cx="333756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40496" y="18745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 — INTERCHANGEABLE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40496" y="22677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 + speaker split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28437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reading + diagram regions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540496" y="34198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writing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40496" y="39959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End-of-session checking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70832" y="3063240"/>
            <a:ext cx="384048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5" name="Shape 23"/>
          <p:cNvSpPr/>
          <p:nvPr/>
        </p:nvSpPr>
        <p:spPr>
          <a:xfrm>
            <a:off x="8083296" y="3063240"/>
            <a:ext cx="384048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5120640"/>
            <a:ext cx="11055096" cy="914400"/>
          </a:xfrm>
          <a:prstGeom prst="roundRect">
            <a:avLst>
              <a:gd name="adj" fmla="val 9000"/>
            </a:avLst>
          </a:prstGeom>
          <a:solidFill>
            <a:srgbClr val="E8F0FE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6968" y="532180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proxy: an APK is a distributable archive, so any credential compiled into it can be recovered. The API key never ships inside the application.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2194560"/>
            <a:ext cx="2926080" cy="292608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097280"/>
            <a:ext cx="2743200" cy="274320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algorithm: on-device frame filtering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on the phone, before any network call is made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15568" y="17282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852928" y="1728216"/>
            <a:ext cx="4462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frame to a 32×32 luminance grid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80720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75234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52928" y="2752344"/>
            <a:ext cx="4462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the global brightness shift, so a lighting change is not mistaken for new board content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83133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831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15568" y="37764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52928" y="3776472"/>
            <a:ext cx="4462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 pixel difference + fraction of pixels changed, against the last committed state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4855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4855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15568" y="4800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852928" y="4800600"/>
            <a:ext cx="4462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threshold the frame is sent; below, it is discarded on the phone with no API call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772400" y="1783080"/>
            <a:ext cx="3840480" cy="2240280"/>
          </a:xfrm>
          <a:prstGeom prst="roundRect">
            <a:avLst>
              <a:gd name="adj" fmla="val 3673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0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6E7B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~450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8046720" y="2578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in a 1-hour lecture at 8 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046720" y="29260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8046720" y="35295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board states actually sent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72400" y="4224528"/>
            <a:ext cx="3840480" cy="1691640"/>
          </a:xfrm>
          <a:prstGeom prst="roundRect">
            <a:avLst>
              <a:gd name="adj" fmla="val 4865"/>
            </a:avLst>
          </a:prstGeom>
          <a:solidFill>
            <a:srgbClr val="E8F0FE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0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Two-phase commit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46720" y="4700016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baseline is adopted only after the note and crops are saved. If extraction fails, the same board change is detected again instead of being lost.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554480"/>
            <a:ext cx="3566160" cy="356616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5029200"/>
            <a:ext cx="2834640" cy="283464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project-owned algorithms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provider has already been migrated once; none of this logic changed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5431536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94767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947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98448" y="195681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Per-chunk speaker focus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42316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Assigns the dominant label by voiced duration, but only where it holds ≥58% with a ≥15-point margin. Otherwise it reports AMBIGUOUS rather than guessing.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91640"/>
            <a:ext cx="5431536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64808" y="1947672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64808" y="1947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22008" y="195681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delta protocol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64808" y="242316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bounded context + a SHA-256 of the note; the model returns only new text. Cost stays flat instead of growing with note length.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584448"/>
            <a:ext cx="5431536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8404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98448" y="384962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queues, two policies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41248" y="4315968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Audio: unbounded and ordered — speech is irreplaceable. Frames: one slot, drop-oldest — the board has already moved on.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0488" y="3584448"/>
            <a:ext cx="5431536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64808" y="3840480"/>
            <a:ext cx="329184" cy="3291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46480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22008" y="384962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relevance ranking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64808" y="4315968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syllabus chunks against current evidence and forwards only the top excerpts. Marked context, never proof.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486400"/>
            <a:ext cx="11055096" cy="777240"/>
          </a:xfrm>
          <a:prstGeom prst="roundRect">
            <a:avLst>
              <a:gd name="adj" fmla="val 8235"/>
            </a:avLst>
          </a:prstGeom>
          <a:solidFill>
            <a:srgbClr val="E8EEFA"/>
          </a:solidFill>
          <a:ln/>
        </p:spPr>
      </p:sp>
      <p:sp>
        <p:nvSpPr>
          <p:cNvPr id="27" name="Text 25"/>
          <p:cNvSpPr/>
          <p:nvPr/>
        </p:nvSpPr>
        <p:spPr>
          <a:xfrm>
            <a:off x="886968" y="5486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four, with the frame filter, are implemented in this project.  </a:t>
            </a:r>
            <a:r>
              <a:rPr lang="en-US" sz="13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models sit behind them as interchangeable components.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280160"/>
            <a:ext cx="3108960" cy="310896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754880"/>
            <a:ext cx="3291840" cy="329184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Alternatives considered and rejected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exclusion was a design decision, not an omission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609344"/>
            <a:ext cx="11055096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EDF1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Record, transcribe afterwards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47488" y="171907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only — misses the board entirely, and gives no structure during the lecture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68096" y="2359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3682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every camera frame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47488" y="23682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~450 calls/hour instead of ~40 — roughly 10× cost for no extra information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2907792"/>
            <a:ext cx="11055096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EDF1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30175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OCR only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47488" y="301752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on handwriting, no concept structure, no diagram regions — kept as offline fallback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68096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366674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 without speaker labels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47488" y="3666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focus becomes impossible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206240"/>
            <a:ext cx="11055096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EDF1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97280" y="43159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inside the app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47488" y="43159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from the distributed APK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68096" y="4956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97280" y="49651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Resend the whole note each update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47488" y="496519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grows with note length — a long lecture gets slow and expensive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504688"/>
            <a:ext cx="11055096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EDF1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8096" y="5605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7280" y="561441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AI correct the teacher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047488" y="561441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Destroys evidence — if the AI is wrong, the student never finds out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2194560"/>
            <a:ext cx="2926080" cy="292608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097280"/>
            <a:ext cx="2743200" cy="274320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Speaker focus and background noise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system claims, and what it deliberately does not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544068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41248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33856" y="221284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dominant speaker inside each 20 s chunk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2615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33856" y="2615184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that speaker priority when the note is written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41248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33856" y="30175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AMBIGUOUS when no one clears the threshold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3419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33856" y="34198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the student to override the label for that chunk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55080" y="1691640"/>
            <a:ext cx="5266944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DO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22008" y="22128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who the teacher is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29400" y="2615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22008" y="26151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 speaker identity across chunks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922008" y="3017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any voiceprint or biometric data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29400" y="363931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come back per request. “A” in chunk 5 is not guaranteed to be “A” in chunk 6 — so no persistent identity is claimed.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5096" cy="1554480"/>
          </a:xfrm>
          <a:prstGeom prst="roundRect">
            <a:avLst>
              <a:gd name="adj" fmla="val 5294"/>
            </a:avLst>
          </a:prstGeom>
          <a:solidFill>
            <a:srgbClr val="1E2761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47000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8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background noise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32688" y="50292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layers: hardware noise suppression and automatic gain control; a transcription model instructed to return nothing for silence rather than invent text; and content rules that de-prioritise audience chatter while retaining questions that clarify the lesson.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554480"/>
            <a:ext cx="3566160" cy="356616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5029200"/>
            <a:ext cx="2834640" cy="283464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status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by level of evidence; no accuracy figure is claimed yet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719072"/>
            <a:ext cx="11055096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38528"/>
            <a:ext cx="256032" cy="256032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8" name="Text 6"/>
          <p:cNvSpPr/>
          <p:nvPr/>
        </p:nvSpPr>
        <p:spPr>
          <a:xfrm>
            <a:off x="1225296" y="18105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950208" y="18288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Android tests across 28 suites · 30 backend tests · 0 lint errors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985248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80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578608"/>
            <a:ext cx="11055096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798064"/>
            <a:ext cx="256032" cy="256032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3" name="Text 11"/>
          <p:cNvSpPr/>
          <p:nvPr/>
        </p:nvSpPr>
        <p:spPr>
          <a:xfrm>
            <a:off x="1225296" y="26700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Device-verified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50208" y="268833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session 11.1 s and camera+audio 32.3 s on Android 16, repeatable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985248" y="27797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80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438144"/>
            <a:ext cx="11055096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657600"/>
            <a:ext cx="256032" cy="256032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8" name="Text 16"/>
          <p:cNvSpPr/>
          <p:nvPr/>
        </p:nvSpPr>
        <p:spPr>
          <a:xfrm>
            <a:off x="1225296" y="3529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 verified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950208" y="354787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endpoints against real models; two speakers split correctly, equation read exactly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985248" y="36393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80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297680"/>
            <a:ext cx="11055096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4517136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1225296" y="4389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Real-lecture trial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950208" y="440740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algebra segment across 3 board states: a complete note, and 4 defects exposed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985248" y="4498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8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RUN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5157216"/>
            <a:ext cx="11055096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5376672"/>
            <a:ext cx="256032" cy="256032"/>
          </a:xfrm>
          <a:prstGeom prst="ellipse">
            <a:avLst/>
          </a:prstGeom>
          <a:solidFill>
            <a:srgbClr val="5B6180"/>
          </a:solidFill>
          <a:ln/>
        </p:spPr>
      </p:sp>
      <p:sp>
        <p:nvSpPr>
          <p:cNvPr id="28" name="Text 26"/>
          <p:cNvSpPr/>
          <p:nvPr/>
        </p:nvSpPr>
        <p:spPr>
          <a:xfrm>
            <a:off x="1225296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measurement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950208" y="526694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error rate, diarization, OCR, crop IoU on a labelled corpus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985248" y="53583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8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614476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running cost: approximately $0.18 per lecture-hour, under a hard daily cap enforced by the server.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280160"/>
            <a:ext cx="3108960" cy="310896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754880"/>
            <a:ext cx="3291840" cy="329184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Real-lecture trial: four defects found and resolved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2.5-minute algebra segment across three board states — every defect is now fixed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719072"/>
            <a:ext cx="5431536" cy="2066544"/>
          </a:xfrm>
          <a:prstGeom prst="roundRect">
            <a:avLst>
              <a:gd name="adj" fmla="val 3982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938528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generation timed out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322576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selected model handled a small request in 0.7 s, but exceeded the 90 s timeout once the note had grown.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41248" y="31089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Re-measured at realistic scale; replaced with a model ~60× faster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0488" y="1719072"/>
            <a:ext cx="5431536" cy="2066544"/>
          </a:xfrm>
          <a:prstGeom prst="roundRect">
            <a:avLst>
              <a:gd name="adj" fmla="val 3982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808" y="1938528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rendered as raw text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64808" y="2322576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mixed LaTeX delimiter styles that the Markdown reader does not support.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64808" y="31089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The server normalises delimiters to the forms the reader renders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986784"/>
            <a:ext cx="5431536" cy="2066544"/>
          </a:xfrm>
          <a:prstGeom prst="roundRect">
            <a:avLst>
              <a:gd name="adj" fmla="val 3982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06240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too much content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1248" y="4590288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concept produced several pages of expansion.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5376672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Added short / balanced / elaborate levels and a custom instruction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90488" y="3986784"/>
            <a:ext cx="5431536" cy="2066544"/>
          </a:xfrm>
          <a:prstGeom prst="roundRect">
            <a:avLst>
              <a:gd name="adj" fmla="val 3982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64808" y="4206240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invented example appeared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64808" y="4590288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worked example appeared that was in neither the board nor the transcript.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64808" y="5376672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The prompt now prohibits any example absent from the captured evidence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2194560"/>
            <a:ext cx="2926080" cy="292608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097280"/>
            <a:ext cx="2743200" cy="2743200"/>
          </a:xfrm>
          <a:prstGeom prst="ellipse">
            <a:avLst/>
          </a:prstGeom>
          <a:solidFill>
            <a:srgbClr val="C7D8F2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84048"/>
            <a:ext cx="110550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060704"/>
            <a:ext cx="11055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priority — measured evaluation comes first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11055096" cy="1243584"/>
          </a:xfrm>
          <a:prstGeom prst="roundRect">
            <a:avLst>
              <a:gd name="adj" fmla="val 661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" y="2084832"/>
            <a:ext cx="438912" cy="43891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59536" y="2084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527048" y="192024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evaluation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27048" y="228600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fixed corpora — noisy classroom audio, board images, labelled notes — and a scorer. Then publish word error rate, diarization error, OCR accuracy and crop IoU.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3154680"/>
            <a:ext cx="11055096" cy="1243584"/>
          </a:xfrm>
          <a:prstGeom prst="roundRect">
            <a:avLst>
              <a:gd name="adj" fmla="val 661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3502152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859536" y="3502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27048" y="33375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Consent-aware speaker identity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27048" y="37033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embeddings with an enrolment step and cross-chunk clustering, so the teacher can be tracked across a whole lecture rather than per chunk.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572000"/>
            <a:ext cx="11055096" cy="1243584"/>
          </a:xfrm>
          <a:prstGeom prst="roundRect">
            <a:avLst>
              <a:gd name="adj" fmla="val 6618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4919472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" y="49194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527048" y="475488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Full-note consolidation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27048" y="512064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today are append-only. A deliberate end-of-lecture pass would reorganise and de-duplicate the whole note.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6108192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planned:  nested folder browsing · PDF and DOCX syllabus import · whole-vault export · battery and long-session profiling · per-user sign-in so backend access is revocable per device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023360" cy="4023360"/>
          </a:xfrm>
          <a:prstGeom prst="ellipse">
            <a:avLst/>
          </a:prstGeom>
          <a:solidFill>
            <a:srgbClr val="2E3F86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-1005840"/>
            <a:ext cx="2926080" cy="2926080"/>
          </a:xfrm>
          <a:prstGeom prst="ellipse">
            <a:avLst/>
          </a:prstGeom>
          <a:solidFill>
            <a:srgbClr val="2E3F86">
              <a:alpha val="6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371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17830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lecture becomes a structured note as it happens — and the evidence behind every line survives.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37947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43891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chunk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55848" y="37947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32×32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355848" y="43891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grid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44768" y="37947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~$0.18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144768" y="43891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lecture-hour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933688" y="37947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933688" y="43891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·  Questions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repeatCount="30000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18 0.014 0.032 0.034 0.028 0.050 C 0.024 0.066 0.004 0.060 -0.011 0.048 C -0.026 0.036 -0.020 0.013 0 0 Z E" pathEditMode="relative" ptsTypes="">
                                      <p:cBhvr>
                                        <p:cTn id="6" dur="19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repeatCount="30000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C -0.022 0.016 -0.038 0.030 -0.031 0.048 C -0.024 0.066 -0.002 0.062 0.014 0.049 C 0.030 0.036 0.021 0.014 0 0 Z E" pathEditMode="relative" ptsTypes="">
                                      <p:cBhvr>
                                        <p:cTn id="8" dur="2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2235</Words>
  <Application>Microsoft Office PowerPoint</Application>
  <PresentationFormat>Widescreen</PresentationFormat>
  <Paragraphs>282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VoxBox — Review 1: Scope</dc:title>
  <dc:subject>PptxGenJS Presentation</dc:subject>
  <dc:creator>Tejas</dc:creator>
  <cp:lastModifiedBy>tejas thimmaiah k k</cp:lastModifiedBy>
  <cp:revision>2</cp:revision>
  <dcterms:created xsi:type="dcterms:W3CDTF">2026-08-05T05:29:18Z</dcterms:created>
  <dcterms:modified xsi:type="dcterms:W3CDTF">2026-08-05T05:29:21Z</dcterms:modified>
</cp:coreProperties>
</file>